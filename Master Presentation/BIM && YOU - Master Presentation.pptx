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ExtraBold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6c4c2b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b6c4c2bd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6c4c2b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b6c4c2bd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6c4c2bd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b6c4c2bd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b6c4c2b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b6c4c2bd7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6c4c2bd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b6c4c2bd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b6c4c2bd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b6c4c2bd7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b6c4c2bd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b6c4c2bd7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6c4c2bd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b6c4c2bd7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00575" y="2562225"/>
            <a:ext cx="6790848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BIM </a:t>
            </a:r>
            <a:r>
              <a:rPr b="0" i="0" lang="en-US" sz="6000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&amp;&amp;</a:t>
            </a: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YOU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459249" y="3695975"/>
            <a:ext cx="727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Episode </a:t>
            </a:r>
            <a:r>
              <a:rPr lang="en-US" sz="2250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00</a:t>
            </a:r>
            <a:r>
              <a:rPr b="0" i="0" lang="en-US" sz="225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250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Introduction &amp; DEEP PURGE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866775" y="1952625"/>
            <a:ext cx="4991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Tedious Repetition: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Manually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purging every model you open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66775" y="3448050"/>
            <a:ext cx="4991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Wasted Processing Time: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doing the same process 3+ times 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66775" y="4629150"/>
            <a:ext cx="4991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Human Error: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Manually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purging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every model will lead to some being missed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1971675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46710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4648200"/>
            <a:ext cx="95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581025"/>
            <a:ext cx="1158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</a:t>
            </a: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Daily </a:t>
            </a:r>
            <a:r>
              <a:rPr b="0" i="0" lang="en-US" sz="3375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Bottleneck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0876" y="593712"/>
            <a:ext cx="4127174" cy="567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4525"/>
            <a:ext cx="34226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914525"/>
            <a:ext cx="34226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225" y="1914525"/>
            <a:ext cx="342260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76300" y="2990850"/>
            <a:ext cx="283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Dynamo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Player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76300" y="3476625"/>
            <a:ext cx="2832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add a shortcut for it so it fires easily in the future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79900" y="2990850"/>
            <a:ext cx="242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 the script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79900" y="3476625"/>
            <a:ext cx="2832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simply click on the play button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83500" y="2990850"/>
            <a:ext cx="30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Check the result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83500" y="3476625"/>
            <a:ext cx="2832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check atleast one revit model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3241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23241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23241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VDC </a:t>
            </a:r>
            <a:r>
              <a:rPr b="0" i="0" lang="en-US" sz="3375" u="none" cap="none" strike="noStrike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2971800"/>
            <a:ext cx="5277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99</a:t>
            </a:r>
            <a:r>
              <a:rPr b="0" i="0" lang="en-US" sz="11250" u="none" cap="none" strike="noStrike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%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4495800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Less client complaint about non-purged models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002620" y="2781300"/>
            <a:ext cx="6256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 on Coordination, Not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Repetitive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Tasks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002620" y="3267075"/>
            <a:ext cx="527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by simply hitting this run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button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in the dynamo player you do not have to worry about how long it will take to purge or how many times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Coordination </a:t>
            </a:r>
            <a:r>
              <a:rPr b="0" i="0" lang="en-US" sz="3375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212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305276" y="2171700"/>
            <a:ext cx="1158144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Grab the </a:t>
            </a:r>
            <a:r>
              <a:rPr b="0" i="0" lang="en-US" sz="5250" u="none" cap="none" strike="noStrike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3171825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Download the Dynamo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script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and the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for this episode.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9016" y="5177046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9028" y="4700771"/>
            <a:ext cx="219075" cy="218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4077345" y="4718550"/>
            <a:ext cx="437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linkedin.com/in/arch-youssef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061936" y="5162828"/>
            <a:ext cx="437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github.com/ArchYoussefAdel/BIM-and-YOU</a:t>
            </a:r>
            <a:endParaRPr sz="1650">
              <a:solidFill>
                <a:srgbClr val="B5BAC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2538349" y="1474981"/>
            <a:ext cx="8210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https://blogger.googleusercontent.com/img/b/R29vZ2xl/AVvXsEgZ3CEJfFGx-RBsXaWCSPmBgs4QOrEhvMC1cEgGKAmlQSiueyUSmAmDMoXdFMD5UiEX1RyL7VAmYSS3O7Ea6HGvS3dwVaLWiSLkpgdO-tNsAYU255KHiA7gHLA7Vah5idxVA2dWB6t7dJyG/s1600/Im03.jpg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Sources</a:t>
            </a:r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705176" y="1474980"/>
            <a:ext cx="473774" cy="65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2700575" y="2562225"/>
            <a:ext cx="679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BIM </a:t>
            </a:r>
            <a:r>
              <a:rPr b="0" i="0" lang="en-US" sz="6000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&amp;&amp;</a:t>
            </a: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YOU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2459249" y="3695975"/>
            <a:ext cx="727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Episode </a:t>
            </a:r>
            <a:r>
              <a:rPr lang="en-US" sz="2250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b="0" i="0" lang="en-US" sz="225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250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Creating a Coordination 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866775" y="1952625"/>
            <a:ext cx="4991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Tedious Repetition: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Manually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creating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and locking every view you open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866775" y="3448050"/>
            <a:ext cx="4991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Wasted Processing Time: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doing this for each model you open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866775" y="4629150"/>
            <a:ext cx="49911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Human Error: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Sometimes not locking and other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people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start to edit it</a:t>
            </a:r>
            <a:b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Navisworks</a:t>
            </a:r>
            <a:b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Naviswork</a:t>
            </a:r>
            <a:b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Navisworks.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581025" y="1971675"/>
            <a:ext cx="9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81025" y="3467100"/>
            <a:ext cx="9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81025" y="4648200"/>
            <a:ext cx="9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Daily </a:t>
            </a:r>
            <a:r>
              <a:rPr b="0" i="0" lang="en-US" sz="3375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Bottleneck</a:t>
            </a:r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150" y="1454221"/>
            <a:ext cx="5268925" cy="38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4525"/>
            <a:ext cx="34226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914525"/>
            <a:ext cx="34226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225" y="1914525"/>
            <a:ext cx="342260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876300" y="2990850"/>
            <a:ext cx="283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Dynamo Graph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876300" y="3476625"/>
            <a:ext cx="2832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Update the Name to Your Linking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679900" y="2990850"/>
            <a:ext cx="242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 the script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4679900" y="3476625"/>
            <a:ext cx="283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click on the run button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483500" y="2990850"/>
            <a:ext cx="306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Check the result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8483500" y="3476625"/>
            <a:ext cx="2832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check at least one revit model</a:t>
            </a:r>
            <a:endParaRPr/>
          </a:p>
        </p:txBody>
      </p:sp>
      <p:pic>
        <p:nvPicPr>
          <p:cNvPr descr="image.png" id="181" name="Google Shape;18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3241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900" y="23241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3500" y="23241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VDC </a:t>
            </a:r>
            <a:r>
              <a:rPr b="0" i="0" lang="en-US" sz="3375" u="none" cap="none" strike="noStrike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581025" y="2971800"/>
            <a:ext cx="5277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90</a:t>
            </a:r>
            <a:r>
              <a:rPr b="0" i="0" lang="en-US" sz="11250" u="none" cap="none" strike="noStrike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%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81025" y="4495800"/>
            <a:ext cx="542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</a:t>
            </a:r>
            <a:r>
              <a:rPr lang="en-US" sz="1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awareness</a:t>
            </a:r>
            <a:r>
              <a:rPr lang="en-US" sz="19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about the coordination view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6002620" y="2781300"/>
            <a:ext cx="6256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 on Coordination, Not </a:t>
            </a:r>
            <a:r>
              <a:rPr lang="en-US" sz="22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Repetitive Tasks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002620" y="3267075"/>
            <a:ext cx="527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by simply hitting this run button in dynamo you do not have to worry about how your view getting adjusted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Coordination </a:t>
            </a:r>
            <a:r>
              <a:rPr b="0" i="0" lang="en-US" sz="3375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212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305276" y="2171700"/>
            <a:ext cx="1158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Grab the </a:t>
            </a:r>
            <a:r>
              <a:rPr b="0" i="0" lang="en-US" sz="5250" u="none" cap="none" strike="noStrike">
                <a:solidFill>
                  <a:srgbClr val="71C23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581025" y="3171825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Download the Dynamo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script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and the </a:t>
            </a: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  <a:r>
              <a:rPr b="0" i="0" lang="en-US" sz="1650" u="none" cap="none" strike="noStrike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 for this episode.</a:t>
            </a:r>
            <a:endParaRPr/>
          </a:p>
        </p:txBody>
      </p:sp>
      <p:pic>
        <p:nvPicPr>
          <p:cNvPr descr="image.png" id="202" name="Google Shape;2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9016" y="5177046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9028" y="4700771"/>
            <a:ext cx="219075" cy="218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4077345" y="4718550"/>
            <a:ext cx="437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linkedin.com/in/arch-youssef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4061936" y="5162828"/>
            <a:ext cx="437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github.com/ArchYoussefAdel/BIM-and-YOU</a:t>
            </a:r>
            <a:endParaRPr sz="1650">
              <a:solidFill>
                <a:srgbClr val="B5BAC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2538349" y="1474981"/>
            <a:ext cx="8210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https://biblus.accasoftware.com/es/wp-content/uploads/sites/3/2020/10/federacion-de-modelos-con-usBIM.jpg.webp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Sources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700" y="1474971"/>
            <a:ext cx="1004225" cy="7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2538349" y="1763031"/>
            <a:ext cx="8210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biblus.</a:t>
            </a:r>
            <a:r>
              <a:rPr lang="en-US" sz="975">
                <a:solidFill>
                  <a:srgbClr val="B5BAC1"/>
                </a:solidFill>
                <a:latin typeface="Inter"/>
                <a:ea typeface="Inter"/>
                <a:cs typeface="Inter"/>
                <a:sym typeface="Inter"/>
              </a:rPr>
              <a:t>acca software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5" title="INTRO.png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0" y="0"/>
            <a:ext cx="121919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/>
          <p:nvPr/>
        </p:nvSpPr>
        <p:spPr>
          <a:xfrm>
            <a:off x="1295400" y="3886200"/>
            <a:ext cx="9711900" cy="1783200"/>
          </a:xfrm>
          <a:prstGeom prst="roundRect">
            <a:avLst>
              <a:gd fmla="val 7494" name="adj"/>
            </a:avLst>
          </a:prstGeom>
          <a:solidFill>
            <a:srgbClr val="666666"/>
          </a:solidFill>
          <a:ln>
            <a:noFill/>
          </a:ln>
          <a:effectLst>
            <a:outerShdw blurRad="285750" rotWithShape="0" algn="bl" dir="8100000" dist="142875">
              <a:srgbClr val="000000">
                <a:alpha val="35000"/>
              </a:srgbClr>
            </a:outerShdw>
          </a:effectLst>
        </p:spPr>
        <p:txBody>
          <a:bodyPr anchorCtr="0" anchor="ctr" bIns="164575" lIns="228600" spcFirstLastPara="1" rIns="18287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BIM </a:t>
            </a:r>
            <a:r>
              <a:rPr lang="en-US" sz="6000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&amp;&amp;</a:t>
            </a:r>
            <a:r>
              <a:rPr lang="en-US" sz="60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YOU</a:t>
            </a:r>
            <a:endParaRPr sz="60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EP.02: </a:t>
            </a:r>
            <a:r>
              <a:rPr lang="en-US" sz="2250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1-Click Model</a:t>
            </a:r>
            <a:r>
              <a:rPr lang="en-US" sz="2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Prep: Batch-Hiding Revit Links for Navisworks </a:t>
            </a:r>
            <a:endParaRPr sz="60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2265650" y="876650"/>
            <a:ext cx="1481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0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/>
        </p:nvSpPr>
        <p:spPr>
          <a:xfrm>
            <a:off x="666900" y="1396500"/>
            <a:ext cx="108582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BIM </a:t>
            </a:r>
            <a:r>
              <a:rPr b="0" i="0" lang="en-US" sz="6000" u="none" cap="none" strike="noStrike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&amp;&amp;</a:t>
            </a: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YOU</a:t>
            </a:r>
            <a:endParaRPr b="0" i="0" sz="6000" u="none" cap="none" strike="noStrike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EP.02: </a:t>
            </a:r>
            <a:r>
              <a:rPr b="1" lang="en-US" sz="2200">
                <a:solidFill>
                  <a:srgbClr val="0696D7"/>
                </a:solidFill>
                <a:latin typeface="Inter"/>
                <a:ea typeface="Inter"/>
                <a:cs typeface="Inter"/>
                <a:sym typeface="Inter"/>
              </a:rPr>
              <a:t>1-Click Model</a:t>
            </a:r>
            <a:r>
              <a:rPr b="1" lang="en-US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Prep: Batch-Hiding Revit Links for Navisworks</a:t>
            </a:r>
            <a:endParaRPr b="1"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                  Thanks for watching!</a:t>
            </a:r>
            <a:endParaRPr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 👍 Like &amp; Comment: What workflow should I automate next?</a:t>
            </a:r>
            <a:endParaRPr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   📥</a:t>
            </a:r>
            <a:r>
              <a:rPr lang="en-US" sz="2200">
                <a:solidFill>
                  <a:srgbClr val="0696D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Free</a:t>
            </a:r>
            <a:r>
              <a:rPr lang="en-US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Dynamo Script &amp; Presentation pinned in comments.</a:t>
            </a:r>
            <a:endParaRPr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       Youssef Adel | Senior BIM Coordinator</a:t>
            </a:r>
            <a:endParaRPr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